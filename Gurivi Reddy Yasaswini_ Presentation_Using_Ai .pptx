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20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0192"/>
            <a:ext cx="1265586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Indian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 Fintech Ecosystem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085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AI-Enabled Digital Payments Transforming India's Financial Landscape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4266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Presenter: 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Gurivi Reddy Yasaswini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6706305"/>
            <a:ext cx="13042821" cy="3595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93790" y="6924642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1] | Pioneering the future of AI-driven digital payments in India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975" y="589240"/>
            <a:ext cx="8734901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Evolution of Fintech in India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75" y="1704856"/>
            <a:ext cx="6777633" cy="4891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8787" y="1663779"/>
            <a:ext cx="5499140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87451" y="2807353"/>
            <a:ext cx="6002622" cy="290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Traditional banking to digital payments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Mobile-first user adoption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AI-powered financial services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Regulatory-led innovation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49975" y="7109278"/>
            <a:ext cx="13130451" cy="32980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49975" y="7347704"/>
            <a:ext cx="1313045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2] | Tracking the journey from legacy banking to AI-driven financial innovation.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06078"/>
            <a:ext cx="4462939" cy="51949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7736" y="955000"/>
            <a:ext cx="71963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6647736" y="1521976"/>
            <a:ext cx="71963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40234" y="1815433"/>
            <a:ext cx="719637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UPI Revolution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2016–Present</a:t>
            </a:r>
            <a:endParaRPr lang="en-US" sz="44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47736" y="3756065"/>
            <a:ext cx="719637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Instant bank-to-bank transfers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QR code-based payments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card details required</a:t>
            </a:r>
            <a:endParaRPr lang="en-US" sz="20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fraud monitoring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93790" y="6824696"/>
            <a:ext cx="13042821" cy="3595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3790" y="71157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[Page 3] | Transforming India into a global leader in digital payments.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03" y="762271"/>
            <a:ext cx="9733024" cy="59509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1403" y="7326396"/>
            <a:ext cx="13127593" cy="25003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1403" y="7447955"/>
            <a:ext cx="13127593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4] | Scalable infrastructure and AI drive modern payment ecosystems.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29245"/>
            <a:ext cx="8437007" cy="633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Role of Fintech Companies</a:t>
            </a:r>
            <a:endParaRPr lang="en-US" sz="44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670" y="1625679"/>
            <a:ext cx="506968" cy="506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670" y="2359343"/>
            <a:ext cx="337268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Innovative Platforms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8670" y="2784872"/>
            <a:ext cx="641318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Deliver seamless next-gen payment experiences.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1625679"/>
            <a:ext cx="506968" cy="506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8548" y="2359343"/>
            <a:ext cx="2937986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Financial Inclusion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28548" y="2784872"/>
            <a:ext cx="641318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Expand banking access to underserved populations.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670" y="3454956"/>
            <a:ext cx="506968" cy="506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8670" y="4188619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Digital Lending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88670" y="4614148"/>
            <a:ext cx="641318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Enable instant loan approvals through algorithmic assessment.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8548" y="3454956"/>
            <a:ext cx="506968" cy="506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8548" y="4188619"/>
            <a:ext cx="2732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Investment Apps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28548" y="4614148"/>
            <a:ext cx="641318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Democratize wealth management with AI-powered guidance.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8670" y="5284232"/>
            <a:ext cx="506968" cy="5069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8670" y="6017895"/>
            <a:ext cx="306645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Ecosystem Growth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88670" y="6443424"/>
            <a:ext cx="641318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Fuel startup expansion through strategic funding and partnerships.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28548" y="5284232"/>
            <a:ext cx="506968" cy="5069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8548" y="6017895"/>
            <a:ext cx="323707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Efficient Processing</a:t>
            </a:r>
            <a:endParaRPr lang="en-US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428548" y="6443424"/>
            <a:ext cx="641318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Accelerate transactions using automated operational workflows.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88670" y="7056107"/>
            <a:ext cx="13053060" cy="32861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4"/>
          <p:cNvSpPr/>
          <p:nvPr/>
        </p:nvSpPr>
        <p:spPr>
          <a:xfrm>
            <a:off x="788670" y="7292816"/>
            <a:ext cx="13053060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5] | Driving innovation and financial inclusion in the digital landscape.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7514749" cy="52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Risks and Future Challenges</a:t>
            </a:r>
            <a:endParaRPr lang="en-US" sz="33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1340882"/>
            <a:ext cx="9786342" cy="56347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32" y="7202673"/>
            <a:ext cx="13048536" cy="28694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90932" y="7373660"/>
            <a:ext cx="1304853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6] | Navigating security, governance, and regulatory challenges in fintech scaling</a:t>
            </a: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6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Proposed Solution: Scalable AI-Driven Infrastructure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64485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495318"/>
            <a:ext cx="56957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Distributed Ledger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98573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Decentralize payment processing.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64485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495318"/>
            <a:ext cx="3628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Predictive AI Scaling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56884" y="398573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Anticipate demand spikes and auto-scale.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80226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52730"/>
            <a:ext cx="5358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Hybrid Cloud-Edge Computing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93790" y="614314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Process transactions at the edge.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80226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652730"/>
            <a:ext cx="3559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Canary Deployment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56884" y="6143149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Release to 1-5% of users first, monitor, then gradual rollout.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93790" y="6874583"/>
            <a:ext cx="13042821" cy="3595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/>
          <p:nvPr/>
        </p:nvSpPr>
        <p:spPr>
          <a:xfrm>
            <a:off x="793790" y="7165657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7] | Multi-layered infrastructure approach ensures exponential growth without system failure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21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Transaction Flow Balancing Layer and IBCB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270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Transaction Flow Balancing Layer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293983"/>
            <a:ext cx="62447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 monitors real-time transaction load across banks and payment apps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Automatically routes new transactions to less congested providers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Activates load redistribution when a provider reaches ~30–40% capacity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Maintains balanced transaction flow across the payment network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2749748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Inter-Bank Collaborative Backup (IBCB)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1901" y="3304536"/>
            <a:ext cx="6244709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Banks form collaborative network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If one bank is down, customers' transactions processed through partner bank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Money debits from original account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Processing happens via "partner bank" temporarily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Ensures zero downtime for customers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6882917"/>
            <a:ext cx="13042821" cy="3595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3790" y="7173992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[Page 8] | Intelligent load balancing ensures system stability and reliability.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379</Words>
  <Application>Microsoft Office PowerPoint</Application>
  <PresentationFormat>Custom</PresentationFormat>
  <Paragraphs>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Open Sans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GURIVI REDDY YASASWINI</dc:creator>
  <cp:lastModifiedBy>GURIVI REDDY YASASWINI</cp:lastModifiedBy>
  <cp:revision>20</cp:revision>
  <dcterms:created xsi:type="dcterms:W3CDTF">2026-03-13T16:20:28Z</dcterms:created>
  <dcterms:modified xsi:type="dcterms:W3CDTF">2026-03-13T16:44:49Z</dcterms:modified>
</cp:coreProperties>
</file>